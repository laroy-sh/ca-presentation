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389120" cy="43891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01168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243A5A">
              <a:alpha val="85000"/>
            </a:srgbClr>
          </a:solidFill>
          <a:ln w="3175">
            <a:solidFill>
              <a:srgbClr val="24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0B3A35">
              <a:alpha val="85000"/>
            </a:srgbClr>
          </a:solidFill>
          <a:ln w="3175">
            <a:solidFill>
              <a:srgbClr val="0B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B3812">
              <a:alpha val="85000"/>
            </a:srgbClr>
          </a:solidFill>
          <a:ln w="3175">
            <a:solidFill>
              <a:srgbClr val="4B38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F1E2A">
              <a:alpha val="85000"/>
            </a:srgbClr>
          </a:solidFill>
          <a:ln w="3175">
            <a:solidFill>
              <a:srgbClr val="4F1E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structured for executive decisions first, evidence second, appendix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score, trend signal, and policy status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Assessment summary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36576" cy="123444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actions that reduce risk quickly in the next quarter.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Top priorities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- 90-day roadmap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606040"/>
            <a:ext cx="36576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evidence across MFA, risk, geography, and privileged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Control evidence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overlap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Recommendation detail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60604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inventory and per-policy detail for audit and implementation.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Policy-level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posture combines policy enforcement state and current recommendation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243A5A"/>
          </a:solidFill>
          <a:ln w="6350">
            <a:solidFill>
              <a:srgbClr val="24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0B3A35"/>
          </a:solidFill>
          <a:ln w="6350">
            <a:solidFill>
              <a:srgbClr val="0B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F1E2A"/>
          </a:solidFill>
          <a:ln w="6350">
            <a:solidFill>
              <a:srgbClr val="4F1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+ takeaway + evidence format is used across all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2743200"/>
          </a:xfrm>
          <a:prstGeom prst="rect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36576" cy="274320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actions represent the highest leverage improvements for the next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92024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36576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items are immediate risk reducers. Mid-term items sustain posture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3017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097280"/>
            <a:ext cx="36576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51760"/>
            <a:ext cx="3566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 | Geo strategy | MFA matrix | Risk controls | Auth strengths | PIM | Report-only | MS-managed overlap |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12 policies are enforced. 3 remain in report-only mode.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11765"/>
            </a:avLst>
          </a:prstGeom>
          <a:solidFill>
            <a:srgbClr val="22D3A6"/>
          </a:solidFill>
          <a:ln w="1270">
            <a:solidFill>
              <a:srgbClr val="22D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792224"/>
            <a:ext cx="1028700" cy="155448"/>
          </a:xfrm>
          <a:prstGeom prst="roundRect">
            <a:avLst>
              <a:gd name="adj" fmla="val 11765"/>
            </a:avLst>
          </a:prstGeom>
          <a:solidFill>
            <a:srgbClr val="FBBF24"/>
          </a:solidFill>
          <a:ln w="127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112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2130552"/>
            <a:ext cx="685800" cy="155448"/>
          </a:xfrm>
          <a:prstGeom prst="roundRect">
            <a:avLst>
              <a:gd name="adj" fmla="val 11765"/>
            </a:avLst>
          </a:prstGeom>
          <a:solidFill>
            <a:srgbClr val="FF5D6C"/>
          </a:solidFill>
          <a:ln w="127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12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4116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4116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3844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3844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44184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4116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4116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3844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3844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4184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53912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48456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 strength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locations excluded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locations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Remote workforce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secure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sign-in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VPN and high-value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6154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907792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role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Eligible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coverage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Privileged Role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auth context 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direct role-targeted policy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 control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apps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Exchange + SharePoint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constraint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access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+ Compliant device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MS-managed 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equivalent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custom equivalent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legacy authentication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65960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96312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57016"/>
            <a:ext cx="36576" cy="4937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61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summary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2025-03-04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2025-04-18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2025-06-01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Users - 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2024-11-19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Sign-ins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2025-01-10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Geolocation catch-all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2025-02-14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registration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2025-05-20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Detail 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policy detail slides (active controls only).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40096" y="1856232"/>
            <a:ext cx="3419856" cy="10149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1856232"/>
            <a:ext cx="27432" cy="10149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40096" y="2944368"/>
            <a:ext cx="3419856" cy="15179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0096" y="2944368"/>
            <a:ext cx="27432" cy="15179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31536" y="30083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31536" y="32004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0149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0149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44368"/>
            <a:ext cx="3419856" cy="15179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44368"/>
            <a:ext cx="27432" cy="15179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083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004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514600" y="41422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41422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0149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0149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44368"/>
            <a:ext cx="3419856" cy="15179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44368"/>
            <a:ext cx="27432" cy="15179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083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004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19293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17627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11226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68296"/>
            <a:ext cx="2788920" cy="209397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68296"/>
            <a:ext cx="27432" cy="20939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43230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8620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8620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0220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0220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1821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1821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34213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34213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50215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50215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66217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66217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82219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82219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982212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982212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161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161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42646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066544"/>
            <a:ext cx="1874520" cy="23957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066544"/>
            <a:ext cx="27432" cy="23957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13055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1396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386584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322576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560320"/>
            <a:ext cx="2788920" cy="190195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560320"/>
            <a:ext cx="27432" cy="190195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62432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163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305409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305409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21411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21411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37413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7413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53415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53415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69417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9417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85419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5419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401421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1421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4174236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4174236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2066544"/>
            <a:ext cx="3419856" cy="10058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2066544"/>
            <a:ext cx="27432" cy="10058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21305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3408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45536"/>
            <a:ext cx="3419856" cy="13167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45536"/>
            <a:ext cx="27432" cy="13167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0954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381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3814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661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6616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941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9417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221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2219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502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5020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782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7822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062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0624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Documenter</dc:creator>
  <cp:lastModifiedBy>CA Documenter</cp:lastModifiedBy>
  <cp:revision>1</cp:revision>
  <dcterms:created xsi:type="dcterms:W3CDTF">2026-04-10T01:48:41Z</dcterms:created>
  <dcterms:modified xsi:type="dcterms:W3CDTF">2026-04-10T01:48:41Z</dcterms:modified>
</cp:coreProperties>
</file>